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040" y="-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vari Kolte" userId="c6a76ad1795fcd49" providerId="LiveId" clId="{F604EAD8-60B4-4439-970D-38A4755DADDF}"/>
    <pc:docChg chg="modSld">
      <pc:chgData name="Sharvari Kolte" userId="c6a76ad1795fcd49" providerId="LiveId" clId="{F604EAD8-60B4-4439-970D-38A4755DADDF}" dt="2026-08-20T18:10:21.263" v="25" actId="20577"/>
      <pc:docMkLst>
        <pc:docMk/>
      </pc:docMkLst>
      <pc:sldChg chg="modSp mod">
        <pc:chgData name="Sharvari Kolte" userId="c6a76ad1795fcd49" providerId="LiveId" clId="{F604EAD8-60B4-4439-970D-38A4755DADDF}" dt="2026-08-20T18:10:21.263" v="25" actId="20577"/>
        <pc:sldMkLst>
          <pc:docMk/>
          <pc:sldMk cId="0" sldId="256"/>
        </pc:sldMkLst>
        <pc:spChg chg="mod">
          <ac:chgData name="Sharvari Kolte" userId="c6a76ad1795fcd49" providerId="LiveId" clId="{F604EAD8-60B4-4439-970D-38A4755DADDF}" dt="2026-08-20T18:10:21.263" v="25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845" y="424687"/>
            <a:ext cx="36753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IT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BASED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SKILL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ENHANCEMENT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COURSE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0907" y="1177797"/>
            <a:ext cx="2697480" cy="511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Trebuchet MS"/>
                <a:cs typeface="Trebuchet MS"/>
              </a:rPr>
              <a:t>PROJECT</a:t>
            </a:r>
            <a:r>
              <a:rPr sz="1200" b="1" spc="7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DESIGN</a:t>
            </a:r>
            <a:r>
              <a:rPr sz="1200" b="1" spc="6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DOCUMENT</a:t>
            </a:r>
            <a:r>
              <a:rPr sz="1200" b="1" spc="7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FORMAT</a:t>
            </a:r>
            <a:endParaRPr sz="1200">
              <a:latin typeface="Trebuchet MS"/>
              <a:cs typeface="Trebuchet MS"/>
            </a:endParaRPr>
          </a:p>
          <a:p>
            <a:pPr marL="711835">
              <a:lnSpc>
                <a:spcPct val="100000"/>
              </a:lnSpc>
              <a:spcBef>
                <a:spcPts val="944"/>
              </a:spcBef>
            </a:pPr>
            <a:r>
              <a:rPr sz="1200" b="1" spc="-20" dirty="0">
                <a:latin typeface="Trebuchet MS"/>
                <a:cs typeface="Trebuchet MS"/>
              </a:rPr>
              <a:t>Cover</a:t>
            </a:r>
            <a:r>
              <a:rPr sz="1200" b="1" spc="-85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Page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00" y="1714499"/>
            <a:ext cx="5918200" cy="6039474"/>
          </a:xfrm>
          <a:prstGeom prst="rect">
            <a:avLst/>
          </a:prstGeom>
          <a:ln w="12700">
            <a:solidFill>
              <a:srgbClr val="042333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268605" algn="ctr">
              <a:lnSpc>
                <a:spcPct val="100000"/>
              </a:lnSpc>
              <a:spcBef>
                <a:spcPts val="595"/>
              </a:spcBef>
            </a:pPr>
            <a:r>
              <a:rPr sz="1600" b="1" spc="-25" dirty="0">
                <a:latin typeface="Times New Roman"/>
                <a:cs typeface="Times New Roman"/>
              </a:rPr>
              <a:t>SANJIVANI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COLLEGE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9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ENGINEERING</a:t>
            </a:r>
            <a:endParaRPr sz="1600" dirty="0">
              <a:latin typeface="Times New Roman"/>
              <a:cs typeface="Times New Roman"/>
            </a:endParaRPr>
          </a:p>
          <a:p>
            <a:pPr marL="1868805">
              <a:lnSpc>
                <a:spcPct val="100000"/>
              </a:lnSpc>
              <a:spcBef>
                <a:spcPts val="895"/>
              </a:spcBef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Course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815464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Document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239585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Title:</a:t>
            </a:r>
            <a:endParaRPr sz="1200" dirty="0">
              <a:latin typeface="Times New Roman"/>
              <a:cs typeface="Times New Roman"/>
            </a:endParaRPr>
          </a:p>
          <a:p>
            <a:pPr algn="ctr"/>
            <a:r>
              <a:rPr lang="en-US" sz="1400" dirty="0"/>
              <a:t>Petal Paradise – Your Online Flower Shop</a:t>
            </a:r>
            <a:endParaRPr lang="en-IN" sz="1400" dirty="0"/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333625" marR="2715895" indent="30480">
              <a:lnSpc>
                <a:spcPct val="100000"/>
              </a:lnSpc>
            </a:pPr>
            <a:r>
              <a:rPr sz="1200" spc="-35" dirty="0">
                <a:latin typeface="Trebuchet MS"/>
                <a:cs typeface="Trebuchet MS"/>
              </a:rPr>
              <a:t>Prepared</a:t>
            </a:r>
            <a:r>
              <a:rPr sz="1200" spc="-45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By:</a:t>
            </a:r>
            <a:endParaRPr sz="1200" dirty="0">
              <a:latin typeface="Trebuchet MS"/>
              <a:cs typeface="Trebuchet MS"/>
            </a:endParaRPr>
          </a:p>
          <a:p>
            <a:pPr marL="2333625" marR="2715895">
              <a:lnSpc>
                <a:spcPct val="100000"/>
              </a:lnSpc>
              <a:spcBef>
                <a:spcPts val="950"/>
              </a:spcBef>
            </a:pPr>
            <a:r>
              <a:rPr sz="1200" spc="-10" dirty="0">
                <a:latin typeface="Trebuchet MS"/>
                <a:cs typeface="Trebuchet MS"/>
              </a:rPr>
              <a:t>Group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No.</a:t>
            </a:r>
            <a:r>
              <a:rPr sz="1200" spc="-80" dirty="0">
                <a:latin typeface="Trebuchet MS"/>
                <a:cs typeface="Trebuchet MS"/>
              </a:rPr>
              <a:t> </a:t>
            </a:r>
            <a:r>
              <a:rPr lang="en-IN" sz="1200" spc="-80" dirty="0">
                <a:latin typeface="Trebuchet MS"/>
                <a:cs typeface="Trebuchet MS"/>
              </a:rPr>
              <a:t>T</a:t>
            </a:r>
            <a:r>
              <a:rPr sz="1200" spc="-50" dirty="0">
                <a:latin typeface="Trebuchet MS"/>
                <a:cs typeface="Trebuchet MS"/>
              </a:rPr>
              <a:t>5</a:t>
            </a:r>
            <a:endParaRPr sz="1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200" dirty="0">
              <a:latin typeface="Trebuchet MS"/>
              <a:cs typeface="Trebuchet MS"/>
            </a:endParaRPr>
          </a:p>
          <a:p>
            <a:pPr marL="2286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Members:</a:t>
            </a:r>
            <a:endParaRPr sz="1200" dirty="0">
              <a:latin typeface="Times New Roman"/>
              <a:cs typeface="Times New Roman"/>
            </a:endParaRPr>
          </a:p>
          <a:p>
            <a:pPr marL="381000" indent="-152400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381000" algn="l"/>
              </a:tabLst>
            </a:pPr>
            <a:r>
              <a:rPr lang="en-IN" sz="1200" dirty="0">
                <a:latin typeface="Times New Roman"/>
                <a:cs typeface="Times New Roman"/>
              </a:rPr>
              <a:t>Krushna Jadhav</a:t>
            </a:r>
          </a:p>
          <a:p>
            <a:pPr marL="381000" indent="-152400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381000" algn="l"/>
              </a:tabLst>
            </a:pPr>
            <a:r>
              <a:rPr lang="en-IN" sz="1200" dirty="0">
                <a:latin typeface="Times New Roman"/>
                <a:cs typeface="Times New Roman"/>
              </a:rPr>
              <a:t>Abhijeet Shide</a:t>
            </a:r>
          </a:p>
          <a:p>
            <a:pPr marL="381000" indent="-152400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381000" algn="l"/>
              </a:tabLst>
            </a:pPr>
            <a:r>
              <a:rPr lang="en-IN" sz="1200" dirty="0">
                <a:latin typeface="Times New Roman"/>
                <a:cs typeface="Times New Roman"/>
              </a:rPr>
              <a:t>Sharvari Kolte </a:t>
            </a:r>
          </a:p>
          <a:p>
            <a:pPr marL="381000" indent="-152400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381000" algn="l"/>
              </a:tabLst>
            </a:pPr>
            <a:r>
              <a:rPr lang="en-IN" sz="1200" dirty="0">
                <a:latin typeface="Times New Roman"/>
                <a:cs typeface="Times New Roman"/>
              </a:rPr>
              <a:t>Gaurav Hon</a:t>
            </a:r>
          </a:p>
          <a:p>
            <a:pPr marL="381000" indent="-152400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381000" algn="l"/>
              </a:tabLst>
            </a:pPr>
            <a:r>
              <a:rPr lang="en-IN" sz="1200" dirty="0">
                <a:latin typeface="Times New Roman"/>
                <a:cs typeface="Times New Roman"/>
              </a:rPr>
              <a:t>Sakshi Puri</a:t>
            </a:r>
          </a:p>
          <a:p>
            <a:pPr>
              <a:lnSpc>
                <a:spcPct val="100000"/>
              </a:lnSpc>
            </a:pPr>
            <a:endParaRPr lang="en-IN"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Guide:</a:t>
            </a:r>
            <a:endParaRPr sz="1200" dirty="0">
              <a:latin typeface="Trebuchet MS"/>
              <a:cs typeface="Trebuchet MS"/>
            </a:endParaRPr>
          </a:p>
          <a:p>
            <a:pPr marL="228600">
              <a:lnSpc>
                <a:spcPct val="100000"/>
              </a:lnSpc>
              <a:spcBef>
                <a:spcPts val="940"/>
              </a:spcBef>
            </a:pPr>
            <a:r>
              <a:rPr sz="1200" spc="-70" dirty="0">
                <a:latin typeface="Trebuchet MS"/>
                <a:cs typeface="Trebuchet MS"/>
              </a:rPr>
              <a:t>Prof.</a:t>
            </a:r>
            <a:r>
              <a:rPr sz="1200" spc="-6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Sayan</a:t>
            </a:r>
            <a:r>
              <a:rPr sz="1200" spc="-7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Roy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704" y="7831581"/>
            <a:ext cx="960119" cy="1752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dirty="0">
                <a:latin typeface="Times New Roman"/>
                <a:cs typeface="Times New Roman"/>
              </a:rPr>
              <a:t>1.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Project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Title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829" y="8187041"/>
            <a:ext cx="386684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US" sz="1200" dirty="0"/>
              <a:t>Petal Paradise – Your Online Flower</a:t>
            </a:r>
            <a:r>
              <a:rPr lang="en-IN" sz="1200" dirty="0"/>
              <a:t> Shop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845" y="424687"/>
            <a:ext cx="36753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IT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BASED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SKILL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ENHANCEMENT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COURSE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0089" y="789685"/>
            <a:ext cx="1407160" cy="1752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dirty="0">
                <a:latin typeface="Times New Roman"/>
                <a:cs typeface="Times New Roman"/>
              </a:rPr>
              <a:t>2.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Problem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Statement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721" y="1157987"/>
            <a:ext cx="5757545" cy="23368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b="1" dirty="0">
                <a:latin typeface="Times New Roman"/>
                <a:cs typeface="Times New Roman"/>
              </a:rPr>
              <a:t>"Why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developing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this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project?"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44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current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problem?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Who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problem?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Why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it?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200" b="1" spc="-10" dirty="0">
                <a:latin typeface="Times New Roman"/>
                <a:cs typeface="Times New Roman"/>
              </a:rPr>
              <a:t>Example</a:t>
            </a:r>
            <a:endParaRPr sz="12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3600"/>
              </a:lnSpc>
              <a:spcBef>
                <a:spcPts val="790"/>
              </a:spcBef>
            </a:pPr>
            <a:r>
              <a:rPr sz="1200" spc="-10" dirty="0">
                <a:latin typeface="Times New Roman"/>
                <a:cs typeface="Times New Roman"/>
              </a:rPr>
              <a:t>Current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event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registration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colleges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manually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through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paper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WhatsApp </a:t>
            </a:r>
            <a:r>
              <a:rPr sz="1200" dirty="0">
                <a:latin typeface="Times New Roman"/>
                <a:cs typeface="Times New Roman"/>
              </a:rPr>
              <a:t>messages.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confusion,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duplicate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registrations,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difficulty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participants,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generating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reports.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Therefore,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creation,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registration,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0089" y="3988692"/>
            <a:ext cx="779145" cy="1752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dirty="0">
                <a:latin typeface="Times New Roman"/>
                <a:cs typeface="Times New Roman"/>
              </a:rPr>
              <a:t>3.</a:t>
            </a:r>
            <a:r>
              <a:rPr sz="1200" b="1" spc="-10" dirty="0">
                <a:latin typeface="Times New Roman"/>
                <a:cs typeface="Times New Roman"/>
              </a:rPr>
              <a:t> Objective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720" y="4461510"/>
            <a:ext cx="5619130" cy="22852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"What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do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want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achieve?"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200" b="1" spc="-10" dirty="0">
                <a:latin typeface="Times New Roman"/>
                <a:cs typeface="Times New Roman"/>
              </a:rPr>
              <a:t>Example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00" spc="-10" dirty="0">
                <a:latin typeface="Times New Roman"/>
                <a:cs typeface="Times New Roman"/>
              </a:rPr>
              <a:t>Objectives: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Develop a modern, responsive flower shop website.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Allow customers to browse flowers and bouquets online.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Enable online ordering and WhatsApp integration</a:t>
            </a: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Support secure payment options.</a:t>
            </a: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Provide an admin panel for product and order management.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9299" y="7069137"/>
            <a:ext cx="516890" cy="1752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dirty="0">
                <a:latin typeface="Times New Roman"/>
                <a:cs typeface="Times New Roman"/>
              </a:rPr>
              <a:t>4. </a:t>
            </a:r>
            <a:r>
              <a:rPr sz="1200" b="1" spc="-10" dirty="0">
                <a:latin typeface="Times New Roman"/>
                <a:cs typeface="Times New Roman"/>
              </a:rPr>
              <a:t>Users</a:t>
            </a:r>
            <a:endParaRPr sz="1200" dirty="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71956"/>
              </p:ext>
            </p:extLst>
          </p:nvPr>
        </p:nvGraphicFramePr>
        <p:xfrm>
          <a:off x="673720" y="7857892"/>
          <a:ext cx="5314315" cy="1318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8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User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Responsibilities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lang="en-IN" sz="1200" dirty="0"/>
                        <a:t>Admin (Rahul Shinde)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lang="en-IN" sz="1200" dirty="0"/>
                        <a:t>Add, edit, and delete flower stock, manage categories, update prices, track orders, and view analytics.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Customer</a:t>
                      </a:r>
                      <a:endParaRPr lang="en-IN" sz="12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39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Browse products, place orders online or via WhatsApp, make secure payments, and track order status.</a:t>
                      </a:r>
                      <a:endParaRPr lang="en-US" sz="12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39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3745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845" y="424687"/>
            <a:ext cx="36753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IT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BASED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SKILL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ENHANCEMENT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COURSE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1059764"/>
            <a:ext cx="1105535" cy="1752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dirty="0">
                <a:latin typeface="Times New Roman"/>
                <a:cs typeface="Times New Roman"/>
              </a:rPr>
              <a:t>5.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MVP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Features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0732" y="1522743"/>
            <a:ext cx="4259117" cy="2990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Example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200" dirty="0">
                <a:latin typeface="Times New Roman"/>
                <a:cs typeface="Times New Roman"/>
              </a:rPr>
              <a:t>MVP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Home Page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Shop Page (with product </a:t>
            </a:r>
            <a:r>
              <a:rPr lang="en-IN" sz="1200" dirty="0" err="1"/>
              <a:t>catalog</a:t>
            </a:r>
            <a:r>
              <a:rPr lang="en-IN" sz="1200" dirty="0"/>
              <a:t>)</a:t>
            </a: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About Page</a:t>
            </a: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Gallery Page (to showcase flowers and bouquets)</a:t>
            </a: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Contact Page (with WhatsApp integration)</a:t>
            </a: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Online Ordering System</a:t>
            </a: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Secure Payment Gateway</a:t>
            </a: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Admin Panel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4889500"/>
            <a:ext cx="1031240" cy="1758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0"/>
              </a:lnSpc>
            </a:pPr>
            <a:r>
              <a:rPr sz="1200" b="1" dirty="0">
                <a:latin typeface="Times New Roman"/>
                <a:cs typeface="Times New Roman"/>
              </a:rPr>
              <a:t>6.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Future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Scope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0732" y="5270500"/>
            <a:ext cx="4182918" cy="24659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later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12700" marR="1847214">
              <a:lnSpc>
                <a:spcPct val="159200"/>
              </a:lnSpc>
            </a:pPr>
            <a:r>
              <a:rPr sz="1200" spc="-10" dirty="0">
                <a:latin typeface="Times New Roman"/>
                <a:cs typeface="Times New Roman"/>
              </a:rPr>
              <a:t>Example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Scope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4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Mobile App for customers</a:t>
            </a:r>
          </a:p>
          <a:p>
            <a:pPr marL="469265" indent="-227965">
              <a:lnSpc>
                <a:spcPct val="100000"/>
              </a:lnSpc>
              <a:spcBef>
                <a:spcPts val="84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AI-based product recommendation system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Delivery tracking system</a:t>
            </a:r>
          </a:p>
          <a:p>
            <a:pPr marL="469265" indent="-227965">
              <a:lnSpc>
                <a:spcPct val="100000"/>
              </a:lnSpc>
              <a:spcBef>
                <a:spcPts val="8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Customer reviews and rating system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MVP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Must </a:t>
            </a:r>
            <a:r>
              <a:rPr sz="1200" spc="-20" dirty="0">
                <a:latin typeface="Times New Roman"/>
                <a:cs typeface="Times New Roman"/>
              </a:rPr>
              <a:t>Build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Scope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Later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845" y="424687"/>
            <a:ext cx="36753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IT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BASED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SKILL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ENHANCEMENT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COURSE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704" y="914348"/>
            <a:ext cx="1303655" cy="1758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0"/>
              </a:lnSpc>
            </a:pPr>
            <a:r>
              <a:rPr sz="1200" b="1" dirty="0">
                <a:latin typeface="Times New Roman"/>
                <a:cs typeface="Times New Roman"/>
              </a:rPr>
              <a:t>7.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Technology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Stack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1182369"/>
            <a:ext cx="3428365" cy="49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technologies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201948"/>
              </p:ext>
            </p:extLst>
          </p:nvPr>
        </p:nvGraphicFramePr>
        <p:xfrm>
          <a:off x="914704" y="1786381"/>
          <a:ext cx="5208270" cy="261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6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580"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Layer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Technology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Frontend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HTML,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CSS,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Bootstrap,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JavaScript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Backend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Node.js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Express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Database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lang="en-IN" sz="1200" dirty="0"/>
                        <a:t>MySQL/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MongoDB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Postman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Version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Control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Git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GitHub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Deployment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AWS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EC2</a:t>
                      </a:r>
                      <a:r>
                        <a:rPr lang="en-IN" sz="1200" spc="-25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lang="en-IN" sz="1200" dirty="0"/>
                        <a:t>cPanel Hosting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IDE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VS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Code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14704" y="4996560"/>
            <a:ext cx="711835" cy="1752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dirty="0">
                <a:latin typeface="Times New Roman"/>
                <a:cs typeface="Times New Roman"/>
              </a:rPr>
              <a:t>8.</a:t>
            </a:r>
            <a:r>
              <a:rPr sz="1200" b="1" spc="-10" dirty="0">
                <a:latin typeface="Times New Roman"/>
                <a:cs typeface="Times New Roman"/>
              </a:rPr>
              <a:t> Modules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5262752"/>
            <a:ext cx="2309495" cy="4056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Break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smaller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parts.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endParaRPr sz="1200" dirty="0">
              <a:latin typeface="Times New Roman"/>
              <a:cs typeface="Times New Roman"/>
            </a:endParaRPr>
          </a:p>
          <a:p>
            <a:pPr marL="12700" marR="100330">
              <a:lnSpc>
                <a:spcPct val="159200"/>
              </a:lnSpc>
            </a:pPr>
            <a:r>
              <a:rPr sz="1200" dirty="0">
                <a:latin typeface="Times New Roman"/>
                <a:cs typeface="Times New Roman"/>
              </a:rPr>
              <a:t>College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 </a:t>
            </a: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00" spc="-10" dirty="0">
                <a:latin typeface="Times New Roman"/>
                <a:cs typeface="Times New Roman"/>
              </a:rPr>
              <a:t>Authentication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Login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Logout</a:t>
            </a:r>
            <a:endParaRPr sz="1200" dirty="0">
              <a:latin typeface="Times New Roman"/>
              <a:cs typeface="Times New Roman"/>
            </a:endParaRPr>
          </a:p>
          <a:p>
            <a:pPr marL="12700" marR="1086485" indent="456565">
              <a:lnSpc>
                <a:spcPct val="158300"/>
              </a:lnSpc>
              <a:spcBef>
                <a:spcPts val="1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endParaRPr lang="en-IN" sz="1200" dirty="0">
              <a:latin typeface="Times New Roman"/>
              <a:cs typeface="Times New Roman"/>
            </a:endParaRPr>
          </a:p>
          <a:p>
            <a:pPr marL="12700" marR="1086485">
              <a:lnSpc>
                <a:spcPct val="158300"/>
              </a:lnSpc>
              <a:spcBef>
                <a:spcPts val="15"/>
              </a:spcBef>
              <a:buSzPct val="83333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IN" sz="1200" dirty="0"/>
              <a:t>Product Management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Add Product </a:t>
            </a:r>
          </a:p>
          <a:p>
            <a:pPr marL="469265" indent="-227965">
              <a:lnSpc>
                <a:spcPct val="100000"/>
              </a:lnSpc>
              <a:spcBef>
                <a:spcPts val="8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Update Product details</a:t>
            </a:r>
            <a:endParaRPr lang="en-IN"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 dirty="0"/>
              <a:t>Delete Product</a:t>
            </a:r>
          </a:p>
          <a:p>
            <a:pPr marL="469265" indent="-227965">
              <a:lnSpc>
                <a:spcPct val="100000"/>
              </a:lnSpc>
              <a:spcBef>
                <a:spcPts val="8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lang="en-IN" sz="1200"/>
              <a:t>Manage Categories</a:t>
            </a:r>
            <a:endParaRPr lang="en-I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24687"/>
            <a:ext cx="4716145" cy="212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346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IT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BASED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SKILL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ENHANCEMENT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COURSE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Event</a:t>
            </a:r>
            <a:endParaRPr sz="1200">
              <a:latin typeface="Times New Roman"/>
              <a:cs typeface="Times New Roman"/>
            </a:endParaRPr>
          </a:p>
          <a:p>
            <a:pPr marL="12700" marR="3033395" indent="456565">
              <a:lnSpc>
                <a:spcPct val="15920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Cancel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Registration </a:t>
            </a: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200" spc="-10" dirty="0">
                <a:latin typeface="Times New Roman"/>
                <a:cs typeface="Times New Roman"/>
              </a:rPr>
              <a:t>Reports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Participant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List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8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Summary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704" y="2949574"/>
            <a:ext cx="1187450" cy="1752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dirty="0">
                <a:latin typeface="Times New Roman"/>
                <a:cs typeface="Times New Roman"/>
              </a:rPr>
              <a:t>9.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Basic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Workflow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3217290"/>
            <a:ext cx="2061210" cy="646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Show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works.</a:t>
            </a:r>
            <a:endParaRPr sz="1200">
              <a:latin typeface="Times New Roman"/>
              <a:cs typeface="Times New Roman"/>
            </a:endParaRPr>
          </a:p>
          <a:p>
            <a:pPr marL="12700" marR="1498600">
              <a:lnSpc>
                <a:spcPct val="159200"/>
              </a:lnSpc>
            </a:pPr>
            <a:r>
              <a:rPr sz="1200" spc="-10" dirty="0">
                <a:latin typeface="Times New Roman"/>
                <a:cs typeface="Times New Roman"/>
              </a:rPr>
              <a:t>Example Student</a:t>
            </a:r>
            <a:endParaRPr sz="1200">
              <a:latin typeface="Times New Roman"/>
              <a:cs typeface="Times New Roman"/>
            </a:endParaRPr>
          </a:p>
          <a:p>
            <a:pPr marL="12700" marR="1675764">
              <a:lnSpc>
                <a:spcPct val="206700"/>
              </a:lnSpc>
            </a:pPr>
            <a:r>
              <a:rPr sz="1200" spc="-50" dirty="0">
                <a:latin typeface="Times New Roman"/>
                <a:cs typeface="Times New Roman"/>
              </a:rPr>
              <a:t>↓ </a:t>
            </a:r>
            <a:r>
              <a:rPr sz="1200" spc="-10" dirty="0">
                <a:latin typeface="Times New Roman"/>
                <a:cs typeface="Times New Roman"/>
              </a:rPr>
              <a:t>Login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Times New Roman"/>
                <a:cs typeface="Times New Roman"/>
              </a:rPr>
              <a:t>View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Events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Event</a:t>
            </a:r>
            <a:endParaRPr sz="1200">
              <a:latin typeface="Times New Roman"/>
              <a:cs typeface="Times New Roman"/>
            </a:endParaRPr>
          </a:p>
          <a:p>
            <a:pPr marL="12700" marR="1532255">
              <a:lnSpc>
                <a:spcPts val="2980"/>
              </a:lnSpc>
              <a:spcBef>
                <a:spcPts val="355"/>
              </a:spcBef>
            </a:pPr>
            <a:r>
              <a:rPr sz="1200" spc="-50" dirty="0">
                <a:latin typeface="Times New Roman"/>
                <a:cs typeface="Times New Roman"/>
              </a:rPr>
              <a:t>↓ </a:t>
            </a:r>
            <a:r>
              <a:rPr sz="1200" spc="-10" dirty="0">
                <a:latin typeface="Times New Roman"/>
                <a:cs typeface="Times New Roman"/>
              </a:rPr>
              <a:t>Register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Database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Faculty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verifies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registration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606425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Registration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Successful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arrows: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Times New Roman"/>
                <a:cs typeface="Times New Roman"/>
              </a:rPr>
              <a:t>Login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845" y="424687"/>
            <a:ext cx="36753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IT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BASED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SKILL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ENHANCEMENT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COURSE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080261"/>
            <a:ext cx="846455" cy="2856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Dashboard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Times New Roman"/>
                <a:cs typeface="Times New Roman"/>
              </a:rPr>
              <a:t>View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Events</a:t>
            </a:r>
            <a:endParaRPr sz="1200">
              <a:latin typeface="Times New Roman"/>
              <a:cs typeface="Times New Roman"/>
            </a:endParaRPr>
          </a:p>
          <a:p>
            <a:pPr marL="12700" marR="318135">
              <a:lnSpc>
                <a:spcPts val="2980"/>
              </a:lnSpc>
              <a:spcBef>
                <a:spcPts val="350"/>
              </a:spcBef>
            </a:pPr>
            <a:r>
              <a:rPr sz="1200" spc="-50" dirty="0">
                <a:latin typeface="Times New Roman"/>
                <a:cs typeface="Times New Roman"/>
              </a:rPr>
              <a:t>↓ </a:t>
            </a:r>
            <a:r>
              <a:rPr sz="1200" spc="-10" dirty="0">
                <a:latin typeface="Times New Roman"/>
                <a:cs typeface="Times New Roman"/>
              </a:rPr>
              <a:t>Register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Confirmation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704" y="4231258"/>
            <a:ext cx="1837055" cy="1752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dirty="0">
                <a:latin typeface="Times New Roman"/>
                <a:cs typeface="Times New Roman"/>
              </a:rPr>
              <a:t>10.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Rough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Database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Entities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4498974"/>
            <a:ext cx="931544" cy="515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endParaRPr sz="1200">
              <a:latin typeface="Times New Roman"/>
              <a:cs typeface="Times New Roman"/>
            </a:endParaRPr>
          </a:p>
          <a:p>
            <a:pPr marL="12700" marR="327025">
              <a:lnSpc>
                <a:spcPct val="158900"/>
              </a:lnSpc>
              <a:spcBef>
                <a:spcPts val="5"/>
              </a:spcBef>
            </a:pPr>
            <a:r>
              <a:rPr sz="1200" spc="-20" dirty="0">
                <a:latin typeface="Times New Roman"/>
                <a:cs typeface="Times New Roman"/>
              </a:rPr>
              <a:t>Users </a:t>
            </a:r>
            <a:r>
              <a:rPr sz="1200" spc="-10" dirty="0">
                <a:latin typeface="Times New Roman"/>
                <a:cs typeface="Times New Roman"/>
              </a:rPr>
              <a:t>UserID </a:t>
            </a:r>
            <a:r>
              <a:rPr sz="1200" spc="-20" dirty="0">
                <a:latin typeface="Times New Roman"/>
                <a:cs typeface="Times New Roman"/>
              </a:rPr>
              <a:t>Name Email </a:t>
            </a:r>
            <a:r>
              <a:rPr sz="1200" spc="-10" dirty="0">
                <a:latin typeface="Times New Roman"/>
                <a:cs typeface="Times New Roman"/>
              </a:rPr>
              <a:t>Password </a:t>
            </a:r>
            <a:r>
              <a:rPr sz="1200" spc="-20" dirty="0">
                <a:latin typeface="Times New Roman"/>
                <a:cs typeface="Times New Roman"/>
              </a:rPr>
              <a:t>Role </a:t>
            </a:r>
            <a:r>
              <a:rPr sz="1200" spc="-10" dirty="0">
                <a:latin typeface="Times New Roman"/>
                <a:cs typeface="Times New Roman"/>
              </a:rPr>
              <a:t>Events EventID Title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Date Venue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59000"/>
              </a:lnSpc>
            </a:pPr>
            <a:r>
              <a:rPr sz="1200" spc="-10" dirty="0">
                <a:latin typeface="Times New Roman"/>
                <a:cs typeface="Times New Roman"/>
              </a:rPr>
              <a:t>Description Registrations RegistrationID UserID EventID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Status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845" y="424687"/>
            <a:ext cx="36753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IT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BASED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SKILL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ENHANCEMENT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COURSE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704" y="1205737"/>
            <a:ext cx="931544" cy="1752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spc="-20" dirty="0">
                <a:latin typeface="Times New Roman"/>
                <a:cs typeface="Times New Roman"/>
              </a:rPr>
              <a:t>11.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Wireframe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1366772"/>
            <a:ext cx="2600325" cy="1478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37565">
              <a:lnSpc>
                <a:spcPct val="1583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rough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sketch</a:t>
            </a:r>
            <a:r>
              <a:rPr sz="1200" spc="-10" dirty="0">
                <a:latin typeface="Times New Roman"/>
                <a:cs typeface="Times New Roman"/>
              </a:rPr>
              <a:t>. </a:t>
            </a:r>
            <a:r>
              <a:rPr sz="1200" dirty="0">
                <a:latin typeface="Times New Roman"/>
                <a:cs typeface="Times New Roman"/>
              </a:rPr>
              <a:t>No </a:t>
            </a:r>
            <a:r>
              <a:rPr sz="1200" spc="-10" dirty="0">
                <a:latin typeface="Times New Roman"/>
                <a:cs typeface="Times New Roman"/>
              </a:rPr>
              <a:t>coding.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59200"/>
              </a:lnSpc>
            </a:pP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hand-</a:t>
            </a:r>
            <a:r>
              <a:rPr sz="1200" dirty="0">
                <a:latin typeface="Times New Roman"/>
                <a:cs typeface="Times New Roman"/>
              </a:rPr>
              <a:t>drawn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sketches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acceptable. Example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200" b="1" dirty="0">
                <a:latin typeface="Times New Roman"/>
                <a:cs typeface="Times New Roman"/>
              </a:rPr>
              <a:t>Login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Page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704" y="3057153"/>
            <a:ext cx="1267460" cy="0"/>
          </a:xfrm>
          <a:custGeom>
            <a:avLst/>
            <a:gdLst/>
            <a:ahLst/>
            <a:cxnLst/>
            <a:rect l="l" t="t" r="r" b="b"/>
            <a:pathLst>
              <a:path w="1267460">
                <a:moveTo>
                  <a:pt x="0" y="0"/>
                </a:moveTo>
                <a:lnTo>
                  <a:pt x="1267359" y="0"/>
                </a:lnTo>
              </a:path>
            </a:pathLst>
          </a:custGeom>
          <a:ln w="1124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2004" y="3305682"/>
            <a:ext cx="1379855" cy="58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College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Times New Roman"/>
                <a:cs typeface="Times New Roman"/>
              </a:rPr>
              <a:t>Email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704" y="4256512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61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004" y="4439538"/>
            <a:ext cx="609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Password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704" y="5012670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61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4704" y="5706119"/>
            <a:ext cx="1267460" cy="0"/>
          </a:xfrm>
          <a:custGeom>
            <a:avLst/>
            <a:gdLst/>
            <a:ahLst/>
            <a:cxnLst/>
            <a:rect l="l" t="t" r="r" b="b"/>
            <a:pathLst>
              <a:path w="1267460">
                <a:moveTo>
                  <a:pt x="0" y="0"/>
                </a:moveTo>
                <a:lnTo>
                  <a:pt x="1267359" y="0"/>
                </a:lnTo>
              </a:path>
            </a:pathLst>
          </a:custGeom>
          <a:ln w="1124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4704" y="6084071"/>
            <a:ext cx="1723389" cy="0"/>
          </a:xfrm>
          <a:custGeom>
            <a:avLst/>
            <a:gdLst/>
            <a:ahLst/>
            <a:cxnLst/>
            <a:rect l="l" t="t" r="r" b="b"/>
            <a:pathLst>
              <a:path w="1723389">
                <a:moveTo>
                  <a:pt x="0" y="0"/>
                </a:moveTo>
                <a:lnTo>
                  <a:pt x="1723186" y="0"/>
                </a:lnTo>
              </a:path>
            </a:pathLst>
          </a:custGeom>
          <a:ln w="1124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14704" y="7975736"/>
            <a:ext cx="1723389" cy="0"/>
          </a:xfrm>
          <a:custGeom>
            <a:avLst/>
            <a:gdLst/>
            <a:ahLst/>
            <a:cxnLst/>
            <a:rect l="l" t="t" r="r" b="b"/>
            <a:pathLst>
              <a:path w="1723389">
                <a:moveTo>
                  <a:pt x="0" y="0"/>
                </a:moveTo>
                <a:lnTo>
                  <a:pt x="1723186" y="0"/>
                </a:lnTo>
              </a:path>
            </a:pathLst>
          </a:custGeom>
          <a:ln w="1124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4704" y="8353688"/>
            <a:ext cx="1723389" cy="0"/>
          </a:xfrm>
          <a:custGeom>
            <a:avLst/>
            <a:gdLst/>
            <a:ahLst/>
            <a:cxnLst/>
            <a:rect l="l" t="t" r="r" b="b"/>
            <a:pathLst>
              <a:path w="1723389">
                <a:moveTo>
                  <a:pt x="0" y="0"/>
                </a:moveTo>
                <a:lnTo>
                  <a:pt x="1723186" y="0"/>
                </a:lnTo>
              </a:path>
            </a:pathLst>
          </a:custGeom>
          <a:ln w="1124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02004" y="5195696"/>
            <a:ext cx="1257300" cy="4371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[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Dashboard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61925">
              <a:lnSpc>
                <a:spcPct val="206700"/>
              </a:lnSpc>
            </a:pPr>
            <a:r>
              <a:rPr sz="1200" spc="-20" dirty="0">
                <a:latin typeface="Times New Roman"/>
                <a:cs typeface="Times New Roman"/>
              </a:rPr>
              <a:t>Welcome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Student </a:t>
            </a:r>
            <a:r>
              <a:rPr sz="1200" dirty="0">
                <a:latin typeface="Times New Roman"/>
                <a:cs typeface="Times New Roman"/>
              </a:rPr>
              <a:t>[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View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2990"/>
              </a:lnSpc>
              <a:spcBef>
                <a:spcPts val="350"/>
              </a:spcBef>
            </a:pPr>
            <a:r>
              <a:rPr sz="1200" dirty="0">
                <a:latin typeface="Times New Roman"/>
                <a:cs typeface="Times New Roman"/>
              </a:rPr>
              <a:t>[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My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Registrations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] </a:t>
            </a:r>
            <a:r>
              <a:rPr sz="1200" dirty="0">
                <a:latin typeface="Times New Roman"/>
                <a:cs typeface="Times New Roman"/>
              </a:rPr>
              <a:t>[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Logout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Page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54990">
              <a:lnSpc>
                <a:spcPct val="207200"/>
              </a:lnSpc>
            </a:pP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List Tech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Fest </a:t>
            </a:r>
            <a:r>
              <a:rPr sz="1200" dirty="0">
                <a:latin typeface="Times New Roman"/>
                <a:cs typeface="Times New Roman"/>
              </a:rPr>
              <a:t>Sports</a:t>
            </a:r>
            <a:r>
              <a:rPr sz="1200" spc="-25" dirty="0">
                <a:latin typeface="Times New Roman"/>
                <a:cs typeface="Times New Roman"/>
              </a:rPr>
              <a:t> Day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416" y="1672081"/>
            <a:ext cx="5769610" cy="9525"/>
          </a:xfrm>
          <a:custGeom>
            <a:avLst/>
            <a:gdLst/>
            <a:ahLst/>
            <a:cxnLst/>
            <a:rect l="l" t="t" r="r" b="b"/>
            <a:pathLst>
              <a:path w="5769609" h="9525">
                <a:moveTo>
                  <a:pt x="5769229" y="0"/>
                </a:moveTo>
                <a:lnTo>
                  <a:pt x="0" y="0"/>
                </a:lnTo>
                <a:lnTo>
                  <a:pt x="0" y="9144"/>
                </a:lnTo>
                <a:lnTo>
                  <a:pt x="5769229" y="9144"/>
                </a:lnTo>
                <a:lnTo>
                  <a:pt x="57692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004" y="424687"/>
            <a:ext cx="4716145" cy="9210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346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IT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BASED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SKILL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ENHANCEMENT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COURSE</a:t>
            </a:r>
            <a:endParaRPr sz="1400">
              <a:latin typeface="Times New Roman"/>
              <a:cs typeface="Times New Roman"/>
            </a:endParaRPr>
          </a:p>
          <a:p>
            <a:pPr marL="12700" marR="4010025">
              <a:lnSpc>
                <a:spcPct val="206700"/>
              </a:lnSpc>
              <a:spcBef>
                <a:spcPts val="455"/>
              </a:spcBef>
            </a:pPr>
            <a:r>
              <a:rPr sz="1200" spc="-10" dirty="0">
                <a:latin typeface="Times New Roman"/>
                <a:cs typeface="Times New Roman"/>
              </a:rPr>
              <a:t>Hackathon </a:t>
            </a:r>
            <a:r>
              <a:rPr sz="1200" dirty="0">
                <a:latin typeface="Times New Roman"/>
                <a:cs typeface="Times New Roman"/>
              </a:rPr>
              <a:t>[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using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Figma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4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Draw.io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spc="-20" dirty="0">
                <a:latin typeface="Times New Roman"/>
                <a:cs typeface="Times New Roman"/>
              </a:rPr>
              <a:t>Canva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Pencil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paper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Final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Design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Document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Structure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200" dirty="0">
                <a:latin typeface="Times New Roman"/>
                <a:cs typeface="Times New Roman"/>
              </a:rPr>
              <a:t>Cover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Page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Title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 startAt="2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Problem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Times New Roman"/>
              <a:buAutoNum type="arabicPeriod" startAt="2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 startAt="3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Objectives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Times New Roman"/>
              <a:buAutoNum type="arabicPeriod" startAt="3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165100" algn="l"/>
              </a:tabLst>
            </a:pPr>
            <a:r>
              <a:rPr sz="1200" spc="-20" dirty="0">
                <a:latin typeface="Times New Roman"/>
                <a:cs typeface="Times New Roman"/>
              </a:rPr>
              <a:t>Users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Times New Roman"/>
              <a:buAutoNum type="arabicPeriod" startAt="4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MVP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Times New Roman"/>
              <a:buAutoNum type="arabicPeriod" startAt="5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Scope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Times New Roman"/>
              <a:buAutoNum type="arabicPeriod" startAt="6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61925" indent="-149225">
              <a:lnSpc>
                <a:spcPct val="100000"/>
              </a:lnSpc>
              <a:buAutoNum type="arabicPeriod" startAt="7"/>
              <a:tabLst>
                <a:tab pos="161925" algn="l"/>
              </a:tabLst>
            </a:pPr>
            <a:r>
              <a:rPr sz="1200" spc="-10" dirty="0">
                <a:latin typeface="Times New Roman"/>
                <a:cs typeface="Times New Roman"/>
              </a:rPr>
              <a:t>Technology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Stack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Times New Roman"/>
              <a:buAutoNum type="arabicPeriod" startAt="7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 startAt="8"/>
              <a:tabLst>
                <a:tab pos="165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Modules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24687"/>
            <a:ext cx="4716145" cy="313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346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IT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BASED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SKILL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ENHANCEMENT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COURSE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400">
              <a:latin typeface="Times New Roman"/>
              <a:cs typeface="Times New Roman"/>
            </a:endParaRPr>
          </a:p>
          <a:p>
            <a:pPr marL="161925" indent="-149225">
              <a:lnSpc>
                <a:spcPct val="100000"/>
              </a:lnSpc>
              <a:buAutoNum type="arabicPeriod" startAt="9"/>
              <a:tabLst>
                <a:tab pos="161925" algn="l"/>
              </a:tabLst>
            </a:pPr>
            <a:r>
              <a:rPr sz="1200" spc="-10" dirty="0">
                <a:latin typeface="Times New Roman"/>
                <a:cs typeface="Times New Roman"/>
              </a:rPr>
              <a:t>Workflow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Times New Roman"/>
              <a:buAutoNum type="arabicPeriod" startAt="9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 startAt="10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Entities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Times New Roman"/>
              <a:buAutoNum type="arabicPeriod" startAt="10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231775" indent="-219075">
              <a:lnSpc>
                <a:spcPct val="100000"/>
              </a:lnSpc>
              <a:buAutoNum type="arabicPeriod" startAt="11"/>
              <a:tabLst>
                <a:tab pos="231775" algn="l"/>
              </a:tabLst>
            </a:pPr>
            <a:r>
              <a:rPr sz="1200" spc="-10" dirty="0">
                <a:latin typeface="Times New Roman"/>
                <a:cs typeface="Times New Roman"/>
              </a:rPr>
              <a:t>Wireframe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↓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References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(Optional)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656</Words>
  <Application>Microsoft Office PowerPoint</Application>
  <PresentationFormat>Custom</PresentationFormat>
  <Paragraphs>238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Symbol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Payel Acharya</dc:creator>
  <cp:lastModifiedBy>Sharvari Kolte</cp:lastModifiedBy>
  <cp:revision>1</cp:revision>
  <dcterms:created xsi:type="dcterms:W3CDTF">2026-08-14T05:33:41Z</dcterms:created>
  <dcterms:modified xsi:type="dcterms:W3CDTF">2026-08-20T18:10:29Z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2026-08-11T00:00:00Z</vt:filetime>
  </property>
  <property fmtid="{D5CDD505-2E9C-101B-9397-08002B2CF9AE}" pid="4" name="Creator">
    <vt:lpwstr>Microsoft® Word 2021</vt:lpwstr>
  </property>
  <property fmtid="{D5CDD505-2E9C-101B-9397-08002B2CF9AE}" pid="5" name="LastSaved">
    <vt:filetime>2026-08-14T00:00:00Z</vt:filetime>
  </property>
  <property fmtid="{D5CDD505-2E9C-101B-9397-08002B2CF9AE}" pid="6" name="Producer">
    <vt:lpwstr>Microsoft® Word 2021</vt:lpwstr>
  </property>
</Properties>
</file>